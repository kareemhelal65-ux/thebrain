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Strategy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The Brain AIOS • May 26,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5943600"/>
            <a:ext cx="2130552" cy="36576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Marketing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365760" cy="3657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109167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outlines our Q3 marketing strategy.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AIOS • Q3 Strategy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365760" cy="3657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109167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brand awareness by 30%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500 qualified leads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AIOS • Q3 Strategy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365760" cy="3657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109167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[Table: Channel | Amount]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AIOS • Q3 Strategy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365760" cy="3657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109167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campaign runs from July to September 2026.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AIOS • Q3 Strategy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was generated by The Brain AIOS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5943600"/>
            <a:ext cx="2130552" cy="36576"/>
          </a:xfrm>
          <a:prstGeom prst="rect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2026-05-25T21:08:32Z</dcterms:created>
  <dcterms:modified xsi:type="dcterms:W3CDTF">2026-05-25T21:08:32Z</dcterms:modified>
</cp:coreProperties>
</file>